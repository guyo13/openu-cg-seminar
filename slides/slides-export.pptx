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34.gif" ContentType="image/gif"/>
  <Override PartName="/ppt/media/image36.gif" ContentType="image/gif"/>
  <Override PartName="/ppt/media/image32.gif" ContentType="image/gif"/>
  <Override PartName="/ppt/slides/slide55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61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60.xml" ContentType="application/vnd.openxmlformats-officedocument.presentationml.slide+xml"/>
  <Override PartName="/ppt/slides/slide49.xml" ContentType="application/vnd.openxmlformats-officedocument.presentationml.slide+xml"/>
  <Override PartName="/ppt/slides/slide57.xml" ContentType="application/vnd.openxmlformats-officedocument.presentationml.slide+xml"/>
  <Override PartName="/ppt/slides/slide29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1.xml" ContentType="application/vnd.openxmlformats-officedocument.presentationml.slide+xml"/>
  <Override PartName="/ppt/slides/slide37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8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</p:sldIdLst>
  <p:sldSz cx="9334500" cy="5248275"/>
  <p:notesSz cx="5248275" cy="93345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C2BB15-8A5A-43E5-8A4B-5D1E879E50E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~30s. Say the title, the venue, and one sentence: "a 35-year-old open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problem, solved with high-school geometry — the story is why nobody found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sooner."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D8DD7B-DD1B-4C8D-B920-22548D53F7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BAE0E9-78A2-44D5-A3BB-E915C64066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D8749C-70E2-416E-B316-A653535505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B792DD-738E-49FF-9B92-9D92F2B513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D01E0-17B0-4EF2-A1D9-5614B730DB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D0D6CB-A9D5-46E8-B386-07DD90F014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6B4FEE-8860-4B75-BBD5-CB50EC6AC8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Stress the iff: every adjacency claim later is secretly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 claim. The graph forgets the geometry — the disk representation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 of the input.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33956F-A611-4124-B356-1BE47CA43E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5E4156-307C-4EDE-827C-9F87CD4D24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5F1001-5078-447C-891E-D45B2257A8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99E14E-FB92-4656-81CD-662BF99190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F014FE-1C74-486D-8C1F-68F98AEFB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DAA6CD-D8BF-4224-8BE6-1394FF857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35F737-ED59-4F51-968F-1754DB5772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stakes slide. Don't explain CCJ, just name it. The last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 is the promissory note for the epilogue.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4992CC-C895-4C43-85BF-F2833B96D4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Introduce the cast once. C_i vs calligraphic C_i distinction: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any single-type clique vs the type class of THE maximum clique.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33797-0BFD-4471-8713-2748A5945C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"Why can't we solve each radius type separately and glue?"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Because the maximum clique mixes types; the per-type maxima can live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corners of the arrangement.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C2AFA5-2B9B-471B-95D9-20FB57C3EB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Plant the contrast for the epilogue: prior work used lenses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(curved, pair-dependent); this paper's entire innovation fits in three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half-planes.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D2904-D797-4E41-A374-F3B1E9C418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The roadmap; echo it before each act. Everything hard hides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inside the word "guess".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B0C243-CB78-4A24-AA68-878D456257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Deadpan the last line and advance immediately to the trap.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word "unknown" in the first sentence is the seed — don't stress it yet, let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next slide detonate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6543E-2259-4E3D-BB16-9DF8984E5B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Deadpan the last line and advance immediately to the trap.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word "unknown" in the first sentence is the seed — don't stress it yet, let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next slide detonate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09E51-2063-4C95-AD14-81AF493176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Deadpan the last line and advance immediately to the trap.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word "unknown" in the first sentence is the seed — don't stress it yet, let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next slide detonate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8EE324-5056-499E-B459-91A71DEA17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Deadpan the last line and advance immediately to the trap.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word "unknown" in the first sentence is the seed — don't stress it yet, let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next slide detonate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0B368A-7971-433C-8411-C568AEBE80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Let them feel the temptation, then the trap: the sorted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extremes of the type-1 disks (s5, s4) are not even IN the maximum clique.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extremes we need are extremes OF C_1 — a set nobody knows.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57E4E8-DAB0-449A-B03F-141C1C7E1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THE conceptual slide. n^{2k} is the price tag on circular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information. If they get this, the rest of the construction is bookkeeping.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"what's a witness?": a witness (or certificate) is a small piece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side information that makes a hard problem easy — once you hold it,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solution can be reconstructed and verified in polynomial time. Here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witness is the 2k anchor disks: holding the correct anchors, the slabs 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 + matching rebuild the entire maximum clique, however large it is.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 doesn't receive the witness; it BUYS it by enumeration — which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witness SIZE is everything: size 2k costs n^{O(k)}; a witness of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Θ(|C|) would cost exponential time and the approach would be worthless.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645A75-0937-401D-BC1A-0FB8493F78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THE conceptual slide. n^{2k} is the price tag on circular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information. If they get this, the rest of the construction is bookkeeping.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"what's a witness?": a witness (or certificate) is a small piece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side information that makes a hard problem easy — once you hold it,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solution can be reconstructed and verified in polynomial time. Here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witness is the 2k anchor disks: holding the correct anchors, the slabs 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 + matching rebuild the entire maximum clique, however large it is.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 doesn't receive the witness; it BUYS it by enumeration — which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witness SIZE is everything: size 2k costs n^{O(k)}; a witness of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Θ(|C|) would cost exponential time and the approach would be worthless.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F06053-FD3C-4D62-A43C-A78DB532A2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THE conceptual slide. n^{2k} is the price tag on circular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information. If they get this, the rest of the construction is bookkeeping.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"what's a witness?": a witness (or certificate) is a small piece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side information that makes a hard problem easy — once you hold it,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solution can be reconstructed and verified in polynomial time. Here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witness is the 2k anchor disks: holding the correct anchors, the slabs 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 + matching rebuild the entire maximum clique, however large it is.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 doesn't receive the witness; it BUYS it by enumeration — which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witness SIZE is everything: size 2k costs n^{O(k)}; a witness of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Θ(|C|) would cost exponential time and the approach would be worthless.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699301-9BBB-4DD1-9A79-343C8DE0BF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THE conceptual slide. n^{2k} is the price tag on circular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information. If they get this, the rest of the construction is bookkeeping.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"what's a witness?": a witness (or certificate) is a small piece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side information that makes a hard problem easy — once you hold it,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solution can be reconstructed and verified in polynomial time. Here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witness is the 2k anchor disks: holding the correct anchors, the slabs 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filter + matching rebuild the entire maximum clique, however large it is.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 doesn't receive the witness; it BUYS it by enumeration — which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witness SIZE is everything: size 2k costs n^{O(k)}; a witness of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Θ(|C|) would cost exponential time and the approach would be worthless.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618908-E426-4986-AC76-165EADC8C4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State it in words before symbols. The hypothesis y(p) &gt;= y(q)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load-bearing: it guarantees the ray exits, and powers the slide-down.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4832C2-DE8B-4D8D-9575-50004D2981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State it in words before symbols. The hypothesis y(p) &gt;= y(q)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load-bearing: it guarantees the ray exits, and powers the slide-down.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05DF1F-AB2B-489D-A003-F7D798F01E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 + pause. Freeze at the start and ask: "why must o move AWAY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m?" — moving away from the closest point of a line monotonically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increases distance. That sentence IS the proof.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8F8A75-440E-45B2-9ACF-E9A56E5E91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Here y(p) &gt;= y(q) is used again: p sits above the exit, so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 = away.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827245-C1FD-4E81-AD93-ED2611B064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 total for this slide, can compress. Unification: in all three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cases o slides away from the point nearest p and lands on an endpoint.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39E41-FA94-4D9A-B005-480D2C205C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One iteration of the O(n^{2k}): anchors per type, Psi =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2k guessed disks. This happens to be the CORRECT guess — the algorithm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doesn't know that.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5A75A2-27ED-486F-BA9B-F018FB5B25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min, cuttable. Soundness in one breath: no guess can output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non-clique; the correct guess is never detected, only out-competed for.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D0D922-96C7-4ECB-A2E9-FAC5C0696E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For the correct guess, every disk of C has its center in 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own type's slab — that's what "leftmost/rightmost of C_i" MEANS.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ECDD6C-03B5-4BC0-9400-159347B534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Keep a disk iff center in its type's slab AND intersects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disk of Psi. Upper survivors X (violet), lower Y (magenta). Read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discard reasons aloud: slab misses, Psi misses.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01484B-0CD1-4605-BB78-AA33D98FBC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8F81FA-2E98-4795-A27C-A029293517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F4FD33-D269-47B6-BC08-BAAD11BC7E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56052-2BA5-4E80-AF05-1611FE38A5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71A7FF-ED03-43D1-9281-C62820DA4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57E45-626E-4D82-9A89-37B03909B4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99F553-347E-486B-85C8-79B89AC156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relay: geometry (2.1) hands off to filtering (Psi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distances). The bound produced is always exactly the bound needed.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the proof DOESN'T use: that the guess is correct. That's soundness.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459B64-3EBC-4E94-B6F0-31618B6F45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3FB0F-F02B-47D2-8FFE-04714028BE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Bold edge: within X. Thin gray: to Psi, by construction. Holds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EVERY valid guess, not just the correct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41087-AC5D-402A-8E5A-BD2AE3A750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s3 and s6 both survived, but can't coexist. Also note: s6 is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union but NOT in C — the containment C ⊆ Psi∪X∪Y is strict. This gap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exactly why one more step exists.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8F307-792B-491F-83D0-FE028977BE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651F5B-040F-4D3C-BF75-009EEB7AF9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~2.5 min. Do the arithmetic aloud: 3 - 1 = 2, chosen {s3, b4}.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chain is stated, the computation black-boxed. If asked "how does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matching give the clique": Gallai then Konig — NEVER "take the larger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side" (false in general; see Q&amp;A notes).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616D14-D6AC-4DCE-807B-21614B3E9B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Output = Psi ∪ chosen: a genuine clique (everything meets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Psi; Psi validated). Take the max over all O(n^{2k}) iterations. For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guess the output has size &gt;= |C|; soundness caps it at |C|.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8A775C-481F-4FF8-9F97-87246A3C7C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min. The n^{2k} IS the guessing. Inside each guess everything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cheap. The "each disk once" beat: no k·n double count.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79CF5-4700-4E05-9B1C-615E27B580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If asked about the extensions: "they reuse the same slab idea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preprocessing / 3D settings; I chose to spend our time owning the 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— happy to point you to Sections 4–5." Do NOT improvise details.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1C9A15-516D-4498-842B-8ABEDD8910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If asked about the extensions: "they reuse the same slab idea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preprocessing / 3D settings; I chose to spend our time owning the 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— happy to point you to Sections 4–5." Do NOT improvise details.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278DF-39FD-4E5C-BB1F-9E59B46C2A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If asked about the extensions: "they reuse the same slab idea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preprocessing / 3D settings; I chose to spend our time owning the 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— happy to point you to Sections 4–5." Do NOT improvise details.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F59079-C7C5-4CF5-8BC1-9F8E852566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min. Vocabulary matters here: XP not FPT. Don't speculate 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NP-hardness. The witness-size framing ties back to the misconception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slide: difficulty = how much solution-defined information you must buy.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7001F8-B744-4232-894D-EA70870CB8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Transition. If short on time: skip to Thank You, tell them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epilogue is in the slides.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B41FB4-7701-478B-9E8D-FE4BC6838D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~2.5 min. CCJ's recipe in our color grammar: guess the farthest pair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(green), members live in the lens, the line through the pair splits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into two guaranteed cliques — cross edges sometimes missing — matching.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Sound familiar? Same skeleton. Companion figure: the equilateral-triangle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lens split (chapter2 lens_geometry) if asked how the split is proven.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280156-26A7-43B7-90AB-4DA1DC26CD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10448D-299B-4F13-A5EA-2C395D82C4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~2.5 min. Two radii, same recipe: small-lens split still works, but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u1, u2 — same side, both legal — miss each other. Each extra guess makes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slices adjacent; you always feel ONE guess away. That's why 35 years: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lens seduces. The fix wasn't more guessing — it was a different split.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65E7B6-028A-46C2-811F-A652E52CEF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min. The closing beat. Land the last sentence and stop talking.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7C02A-165C-4867-9274-86C5E4A24F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11E434-16B4-4901-8CDD-90B9511493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209160"/>
            <a:ext cx="8400600" cy="8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66560" y="1227960"/>
            <a:ext cx="8400600" cy="304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/>
          <p:nvPr/>
        </p:nvPicPr>
        <p:blipFill>
          <a:blip r:embed="rId2"/>
          <a:stretch/>
        </p:blipFill>
        <p:spPr>
          <a:xfrm>
            <a:off x="2514600" y="770760"/>
            <a:ext cx="4194000" cy="311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2"/>
          <a:stretch/>
        </p:blipFill>
        <p:spPr>
          <a:xfrm>
            <a:off x="2549880" y="914400"/>
            <a:ext cx="3850920" cy="286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2400480" y="744840"/>
            <a:ext cx="4228920" cy="314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LibreOffice/25.8.7.3$Linux_X86_64 LibreOffice_project/580$Build-3</Application>
  <AppVersion>15.0000</AppVersion>
  <Words>0</Words>
  <Paragraphs>0</Paragraphs>
  <Company>Created using Slidev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2026-09-09T11:59:36Z</dcterms:created>
  <dc:creator/>
  <dc:description/>
  <dc:language>en-US</dc:language>
  <cp:lastModifiedBy/>
  <dcterms:modified xsi:type="dcterms:W3CDTF">2026-09-09T15:04:39Z</dcterms:modified>
  <cp:revision>4</cp:revision>
  <dc:subject>Undergraduate seminar in computational geometry.
Keil &amp; Mondal, SoCG 2025 — arXiv:2404.03751
</dc:subject>
  <dc:title>The Maximum Clique Problem in a Disk Graph Made Easy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61</vt:i4>
  </property>
  <property fmtid="{D5CDD505-2E9C-101B-9397-08002B2CF9AE}" pid="3" name="PresentationFormat">
    <vt:lpwstr>On-screen Show (16:9)</vt:lpwstr>
  </property>
  <property fmtid="{D5CDD505-2E9C-101B-9397-08002B2CF9AE}" pid="4" name="Slides">
    <vt:i4>61</vt:i4>
  </property>
</Properties>
</file>